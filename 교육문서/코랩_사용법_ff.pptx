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76" r:id="rId4"/>
    <p:sldId id="275" r:id="rId5"/>
    <p:sldId id="270" r:id="rId6"/>
    <p:sldId id="274" r:id="rId7"/>
    <p:sldId id="272" r:id="rId8"/>
    <p:sldId id="273" r:id="rId9"/>
    <p:sldId id="277" r:id="rId10"/>
    <p:sldId id="258" r:id="rId11"/>
    <p:sldId id="259" r:id="rId12"/>
    <p:sldId id="260" r:id="rId13"/>
    <p:sldId id="261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62" autoAdjust="0"/>
    <p:restoredTop sz="87264" autoAdjust="0"/>
  </p:normalViewPr>
  <p:slideViewPr>
    <p:cSldViewPr snapToGrid="0">
      <p:cViewPr varScale="1">
        <p:scale>
          <a:sx n="138" d="100"/>
          <a:sy n="138" d="100"/>
        </p:scale>
        <p:origin x="30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71DBD-D86B-4730-8FCF-96132940E480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403B4-2331-4C9A-8629-9AA383FF52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87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solidFill>
                <a:srgbClr val="56565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39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187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05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04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02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660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35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403B4-2331-4C9A-8629-9AA383FF526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96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68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63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05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1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44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57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65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78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1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5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21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2543D-750F-4EF6-A2B0-AE08EE88B9A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A3433-DC89-4644-B9F1-450672AA93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7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] Google colab/Jupyter Lab에서 첫 프로젝트 열기">
            <a:extLst>
              <a:ext uri="{FF2B5EF4-FFF2-40B4-BE49-F238E27FC236}">
                <a16:creationId xmlns:a16="http://schemas.microsoft.com/office/drawing/2014/main" id="{A906DE53-2F80-F0ED-D0B4-B0298933E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760" y="866692"/>
            <a:ext cx="6700480" cy="446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13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3030701" cy="1015663"/>
            <a:chOff x="422255" y="263266"/>
            <a:chExt cx="3030701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2509661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클라우드 컴퓨팅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도표이(가) 표시된 사진&#10;&#10;자동 생성된 설명">
            <a:extLst>
              <a:ext uri="{FF2B5EF4-FFF2-40B4-BE49-F238E27FC236}">
                <a16:creationId xmlns:a16="http://schemas.microsoft.com/office/drawing/2014/main" id="{93CF8AD3-4F94-1178-BCF4-6B361F7B7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394255"/>
            <a:ext cx="6858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7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553005" cy="1020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세계에서 가장 많이 사용되고 있는 클라우드 서비스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서버 환경 구축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DB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IoT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이르기까지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가지가 넘는 다양한 서비스를 제공해 커스터 마이징이 용이함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2991658" cy="1015663"/>
            <a:chOff x="422255" y="263266"/>
            <a:chExt cx="2991658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2470618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AWS(Amazon Webb Service)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9" y="3656407"/>
            <a:ext cx="6646706" cy="231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개인도 바로 쉽게 사용할 수 있음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인터페이스나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관련하여 다양한 표준 기술이 적용되어 있어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애플리케이션 개발을 진행할 때 용이함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광범위한 서비스 및 파트너 생태계를 갖춘 시스템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서비스보다 더 긴 기간 동안 서비스를 제공해 왔기에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사용자도 많고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AWS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경험한 엔지니어도 많은 편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07767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AWS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장점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텍스트, 클립아트, 벡터 그래픽이(가) 표시된 사진">
            <a:extLst>
              <a:ext uri="{FF2B5EF4-FFF2-40B4-BE49-F238E27FC236}">
                <a16:creationId xmlns:a16="http://schemas.microsoft.com/office/drawing/2014/main" id="{0F09FC02-A8B1-D2D3-FE4E-3087429D7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063" y="941146"/>
            <a:ext cx="2261937" cy="118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8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553005" cy="134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Windows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만든 마이크로소프트에서 제공해 주는 서비스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마이크로소프트 제품들과의 호환성이 높고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Windows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서버를 사용하고 있는 기업의 입장에서는 사용하기 용이한 서비스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해외 정부기관들에도 사용될 만큼 견고한 보안도 제공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2991658" cy="1015663"/>
            <a:chOff x="422255" y="263266"/>
            <a:chExt cx="2991658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2470618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Azure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9" y="3656407"/>
            <a:ext cx="6646706" cy="1666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MS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및 제품과 일관된 통합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Linux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오픈 소스 애플리케이션 스택에 대한 많은 도움 제공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하이브리드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클라우드에 완벽한 솔루션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Office365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 계정 관리에 사용되는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Active Directory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등과 같은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Microsoft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사의 제품과 연계가 용이함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07767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Azure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장점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 descr="로고이(가) 표시된 사진">
            <a:extLst>
              <a:ext uri="{FF2B5EF4-FFF2-40B4-BE49-F238E27FC236}">
                <a16:creationId xmlns:a16="http://schemas.microsoft.com/office/drawing/2014/main" id="{A6FB9B6C-D34B-FA78-C138-432DD946D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598" y="888524"/>
            <a:ext cx="2551402" cy="108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3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553005" cy="1666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처리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광고 최적화 등의 장점이 있는 구글이 회사의 서비스를 운영하면서 얻은 지식이나 기술을 활용한 다수의 독자적인 서비스를 제공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관련 서비스나 데이터 분석 기반 서비스 등에 장점을 가지고 있음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클라우드 서비스로서는 후발 주자이지만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 세계적으로 방대한 이용 데이터를 보유하고 있는 서비스가 있기에 추후 새로운 방향으로 발전 가능성 높음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2991658" cy="1015663"/>
            <a:chOff x="422255" y="263266"/>
            <a:chExt cx="2991658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2470618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GCP(Google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Cloud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Platform)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9" y="3656407"/>
            <a:ext cx="6646706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오픈 소스 커뮤니티에서 쌓은 놀라운 명성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 및 머신러닝에 대한 많은 투자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빅데이터 애플리케이션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ML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벤처 및 클라우드 네이티브 애플리케이션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어플리케이션 또는 서비스 시스템 관리를 컨테이너 기반 기술로 자동화한 환경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위한 최적의 옵션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8989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GCP</a:t>
            </a:r>
            <a:r>
              <a:rPr lang="ko-KR" altLang="en-US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장점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그림 13" descr="로고이(가) 표시된 사진">
            <a:extLst>
              <a:ext uri="{FF2B5EF4-FFF2-40B4-BE49-F238E27FC236}">
                <a16:creationId xmlns:a16="http://schemas.microsoft.com/office/drawing/2014/main" id="{60107191-365A-CB8A-751A-4C66EEF74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706" y="899514"/>
            <a:ext cx="2497294" cy="154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3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553005" cy="1020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</a:t>
            </a:r>
            <a:r>
              <a:rPr lang="ko-KR" altLang="en-US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코랩은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구글 </a:t>
            </a:r>
            <a:r>
              <a:rPr lang="en-US" altLang="ko-KR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colaboratory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서비스의 줄임말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브라우저에서 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python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작성하고 실행 가능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클라우드 환경 기반의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주피터 노트북 개발환경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2991658" cy="1015663"/>
            <a:chOff x="422255" y="263266"/>
            <a:chExt cx="2991658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2470618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 Google </a:t>
            </a:r>
            <a:r>
              <a:rPr lang="en-US" altLang="ko-KR" sz="16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Colab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8" y="3656407"/>
            <a:ext cx="6553005" cy="134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별도의 파이썬 설치 필요 없음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Tensor Flow, </a:t>
            </a:r>
            <a:r>
              <a:rPr lang="en-US" altLang="ko-KR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Keras</a:t>
            </a: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여러가지 패키지가 설치되어 있음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GPU </a:t>
            </a: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무료 사용 가능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깃과 연동이 가능하여 사람들과 협업하여 코딩이 가능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07767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en-US" altLang="ko-KR" sz="16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Colab</a:t>
            </a: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Picture 2" descr="python] Google colab/Jupyter Lab에서 첫 프로젝트 열기">
            <a:extLst>
              <a:ext uri="{FF2B5EF4-FFF2-40B4-BE49-F238E27FC236}">
                <a16:creationId xmlns:a16="http://schemas.microsoft.com/office/drawing/2014/main" id="{EDC1EE9C-2008-E95B-133B-A98C12899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0" t="22874" r="7390" b="16662"/>
          <a:stretch/>
        </p:blipFill>
        <p:spPr bwMode="auto">
          <a:xfrm>
            <a:off x="6376060" y="1154605"/>
            <a:ext cx="2605318" cy="123297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07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742302" cy="697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아나콘다는 수학과 과학분야에서 사용되는 여러 패키지를 묶어 놓은 파이썬 배포판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Scipy, Numpy, Matplotlib, Pandas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많은 패지키를 포함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1277016" cy="1015663"/>
            <a:chOff x="422255" y="263266"/>
            <a:chExt cx="1277016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755976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Anaconda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8" y="3211236"/>
            <a:ext cx="65530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Anaconda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부분으로 나뉘는데 이 중 데이터 사이언스 라이브러리에는  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1.Jupyter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같은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IDE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개발도구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2. Numpy, SciPy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같은 과학 분석용 라이브러리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3. Matplotlib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같은 데이타 시각화 라이브러리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4. TensorFlow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같은 머신 러닝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 등을 포함함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Anaconda Navigator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클라이언트로서 하부 컴포넌트를 쉽게 사용하도록 한 데스크탑 포털 기능을 담당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Jupyter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Spyder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같은 개발도구를 이곳에서 설치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2762596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Anaconda </a:t>
            </a:r>
            <a:r>
              <a:rPr lang="ko-KR" altLang="en-US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56BC87-C0ED-A462-CA81-1AFBC00797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13713"/>
          <a:stretch/>
        </p:blipFill>
        <p:spPr>
          <a:xfrm>
            <a:off x="6980631" y="1103142"/>
            <a:ext cx="2000747" cy="113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9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742302" cy="134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수준 높은 코드 자동완성 기능을 제공한다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타입 힌트를 적극 사용하면 웬만한 정적 타입 언어 수준의 코드 자동완성을 제공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함수나 변수의 사용 내역 검색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doc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존재하는 패키지의 경우 이를 자동 인식하여 보여주는 등의 기능들도 사용할 수 있음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1277016" cy="1015663"/>
            <a:chOff x="422255" y="263266"/>
            <a:chExt cx="1277016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755976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PyCharm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8" y="3656407"/>
            <a:ext cx="6553005" cy="1020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코드별로 다른 파이썬 버전을 선택할 수 있음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패키지 설치가 쉬움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Python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파일과 함수 관리에 용이함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07767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PyCharm 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로고이(가) 표시된 사진">
            <a:extLst>
              <a:ext uri="{FF2B5EF4-FFF2-40B4-BE49-F238E27FC236}">
                <a16:creationId xmlns:a16="http://schemas.microsoft.com/office/drawing/2014/main" id="{A77E85B3-6A85-7E31-C514-277478B1F8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0" r="10749"/>
          <a:stretch/>
        </p:blipFill>
        <p:spPr>
          <a:xfrm>
            <a:off x="6882063" y="1342348"/>
            <a:ext cx="2176358" cy="8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1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C12E0-4DB2-6184-4898-67ABF835EF23}"/>
              </a:ext>
            </a:extLst>
          </p:cNvPr>
          <p:cNvSpPr txBox="1"/>
          <p:nvPr/>
        </p:nvSpPr>
        <p:spPr>
          <a:xfrm>
            <a:off x="329058" y="1670982"/>
            <a:ext cx="6742302" cy="1020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마이크로소프트에서 제작한 코드 편집기로 맥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리눅스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윈도우에서 모두 실행 가능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안정적이고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업데이트가 빠르며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다양한 플러그인이 존재함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A3B3A6-D98F-E291-9FBE-D24EB16FB5E1}"/>
              </a:ext>
            </a:extLst>
          </p:cNvPr>
          <p:cNvGrpSpPr/>
          <p:nvPr/>
        </p:nvGrpSpPr>
        <p:grpSpPr>
          <a:xfrm>
            <a:off x="329058" y="45630"/>
            <a:ext cx="1277016" cy="1015663"/>
            <a:chOff x="422255" y="263266"/>
            <a:chExt cx="1277016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861454-DDB6-0BD6-E696-9EB99A3DD887}"/>
                </a:ext>
              </a:extLst>
            </p:cNvPr>
            <p:cNvSpPr txBox="1"/>
            <p:nvPr/>
          </p:nvSpPr>
          <p:spPr>
            <a:xfrm>
              <a:off x="943295" y="475831"/>
              <a:ext cx="755976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개요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611BCB-6FA0-C2E9-2D7D-C892E4DF5049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1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055F4B-4F92-C2C8-7AA5-0445EE886DB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9A6C7-E6B0-9F43-9D28-7CFEF4863BDD}"/>
              </a:ext>
            </a:extLst>
          </p:cNvPr>
          <p:cNvSpPr txBox="1"/>
          <p:nvPr/>
        </p:nvSpPr>
        <p:spPr>
          <a:xfrm>
            <a:off x="162622" y="1222342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VScode(Visual Studio Code)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7F8F8-C30E-115A-3962-A7C61D321788}"/>
              </a:ext>
            </a:extLst>
          </p:cNvPr>
          <p:cNvSpPr txBox="1"/>
          <p:nvPr/>
        </p:nvSpPr>
        <p:spPr>
          <a:xfrm>
            <a:off x="329058" y="3656407"/>
            <a:ext cx="6553005" cy="1020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무료로 제공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크로스 플랫폼과 다양한 기기에서 동일한 환경에서 사용할 수 있는 설정 동기화</a:t>
            </a:r>
            <a:endParaRPr lang="en-US" altLang="ko-KR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강력한 </a:t>
            </a:r>
            <a:r>
              <a:rPr lang="en-US" altLang="ko-KR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CSS </a:t>
            </a:r>
            <a:r>
              <a:rPr lang="ko-KR" altLang="en-US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유효성 체크 기능</a:t>
            </a:r>
            <a:endParaRPr lang="en-US" altLang="ko-KR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C7085-3E79-23B9-EBA3-935709134C87}"/>
              </a:ext>
            </a:extLst>
          </p:cNvPr>
          <p:cNvSpPr txBox="1"/>
          <p:nvPr/>
        </p:nvSpPr>
        <p:spPr>
          <a:xfrm>
            <a:off x="162622" y="3207767"/>
            <a:ext cx="6553005" cy="4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VScode </a:t>
            </a:r>
            <a:r>
              <a:rPr lang="ko-KR" altLang="en-US" sz="16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</a:t>
            </a: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로고이(가) 표시된 사진">
            <a:extLst>
              <a:ext uri="{FF2B5EF4-FFF2-40B4-BE49-F238E27FC236}">
                <a16:creationId xmlns:a16="http://schemas.microsoft.com/office/drawing/2014/main" id="{0FD9CD48-D1C2-8A5B-A4EE-FCF18C023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442" y="906963"/>
            <a:ext cx="2272145" cy="19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9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901607"/>
            <a:ext cx="6553005" cy="610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계정 로그인 후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https://drive.google.com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접속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좌측 상단에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새로 만들기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버튼을 클릭하여 하단의 그림과 같이 진행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631554" cy="1015663"/>
            <a:chOff x="422255" y="263266"/>
            <a:chExt cx="2631554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110514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dirty="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사용법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2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A3BA953-E03B-9012-BCD8-202E66A05B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77"/>
          <a:stretch/>
        </p:blipFill>
        <p:spPr>
          <a:xfrm>
            <a:off x="479172" y="1535717"/>
            <a:ext cx="8402223" cy="520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901607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 더보기에 </a:t>
            </a:r>
            <a:r>
              <a:rPr lang="en-US" altLang="ko-KR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Corab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없다면 아래와 같이 진행 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631554" cy="1015663"/>
            <a:chOff x="422255" y="263266"/>
            <a:chExt cx="2631554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110514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dirty="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사용법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2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775322-CFC8-D43E-3906-E27891EF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55" y="1379376"/>
            <a:ext cx="839269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15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631554" cy="1015663"/>
            <a:chOff x="422255" y="263266"/>
            <a:chExt cx="2631554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110514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dirty="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사용법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2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B6ACD4-9B14-AE35-888B-209E4ACA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87" y="1297365"/>
            <a:ext cx="8373644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7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893073"/>
            <a:ext cx="6553005" cy="610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en-US" altLang="ko-KR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Colab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이 상태에서도 사용 가능하지만 드라이브에 저장된 파일을 가져오거나 저장하려면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드라이브와 연동이 필요함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631554" cy="1015663"/>
            <a:chOff x="422255" y="263266"/>
            <a:chExt cx="2631554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110514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dirty="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사용법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2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2C865618-066C-F82A-25C3-6BCDBDE5D0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47"/>
          <a:stretch/>
        </p:blipFill>
        <p:spPr>
          <a:xfrm>
            <a:off x="428550" y="1600135"/>
            <a:ext cx="8286899" cy="28689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348E21-AC05-CA95-5E65-636A751AD9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" b="70673"/>
          <a:stretch/>
        </p:blipFill>
        <p:spPr>
          <a:xfrm>
            <a:off x="428550" y="5381972"/>
            <a:ext cx="8286899" cy="10491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B9EDD4-8EBD-6DD8-FA7F-8D7930BE0DF2}"/>
              </a:ext>
            </a:extLst>
          </p:cNvPr>
          <p:cNvSpPr txBox="1"/>
          <p:nvPr/>
        </p:nvSpPr>
        <p:spPr>
          <a:xfrm>
            <a:off x="428550" y="4906001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후 좌측을 보면 </a:t>
            </a:r>
            <a:r>
              <a:rPr lang="en-US" altLang="ko-KR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‘drive’ 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폴더가 생성되며 이 폴더가 각자의 드라이브와 연동됨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893073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파이썬 코드 작성이 가능하고 저장도 할 수 있음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631554" cy="1015663"/>
            <a:chOff x="422255" y="263266"/>
            <a:chExt cx="2631554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110514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dirty="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사용법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2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9EDD4-8EBD-6DD8-FA7F-8D7930BE0DF2}"/>
              </a:ext>
            </a:extLst>
          </p:cNvPr>
          <p:cNvSpPr txBox="1"/>
          <p:nvPr/>
        </p:nvSpPr>
        <p:spPr>
          <a:xfrm>
            <a:off x="329058" y="3605603"/>
            <a:ext cx="6553005" cy="610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구글 드라이브에 파일이 저장됨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ctrl+s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혹은 파일 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저장을 클릭하여 저장을 해준 뒤 구글 드라이브에서 확인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327775D1-75AD-AC2E-86FE-7A0FD19D9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0" y="1297365"/>
            <a:ext cx="4657725" cy="2194772"/>
          </a:xfrm>
          <a:prstGeom prst="rect">
            <a:avLst/>
          </a:prstGeom>
        </p:spPr>
      </p:pic>
      <p:pic>
        <p:nvPicPr>
          <p:cNvPr id="11" name="그림 10" descr="텍스트이(가) 표시된 사진">
            <a:extLst>
              <a:ext uri="{FF2B5EF4-FFF2-40B4-BE49-F238E27FC236}">
                <a16:creationId xmlns:a16="http://schemas.microsoft.com/office/drawing/2014/main" id="{57E66D56-723C-0047-4113-F25FB43C8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0" y="4259584"/>
            <a:ext cx="68865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18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893073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노트로 돌아가 우측 상단에 톱니바퀴를 누르면 코랩 설정이 가능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963375" cy="1015663"/>
            <a:chOff x="422255" y="263266"/>
            <a:chExt cx="2963375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442335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환경설정</a:t>
              </a:r>
              <a:endParaRPr lang="ko-KR" altLang="en-US" sz="28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139BF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3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9EDD4-8EBD-6DD8-FA7F-8D7930BE0DF2}"/>
              </a:ext>
            </a:extLst>
          </p:cNvPr>
          <p:cNvSpPr txBox="1"/>
          <p:nvPr/>
        </p:nvSpPr>
        <p:spPr>
          <a:xfrm>
            <a:off x="329058" y="3321562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사이트 항목에선 테마와 각종 설정을 체크박스로 제공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D1336D-9C75-590E-6914-93148F866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0" y="1187962"/>
            <a:ext cx="4314825" cy="2133600"/>
          </a:xfrm>
          <a:prstGeom prst="rect">
            <a:avLst/>
          </a:prstGeom>
        </p:spPr>
      </p:pic>
      <p:pic>
        <p:nvPicPr>
          <p:cNvPr id="12" name="그림 11" descr="텍스트이(가) 표시된 사진">
            <a:extLst>
              <a:ext uri="{FF2B5EF4-FFF2-40B4-BE49-F238E27FC236}">
                <a16:creationId xmlns:a16="http://schemas.microsoft.com/office/drawing/2014/main" id="{DEC220AF-254A-A995-ED6B-60CA88796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0" y="3608390"/>
            <a:ext cx="4384394" cy="32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01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893073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편집기 항목에선 색상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 바인딩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글꼴 크기 등등 설정이 가능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963375" cy="1015663"/>
            <a:chOff x="422255" y="263266"/>
            <a:chExt cx="2963375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442335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환경설정</a:t>
              </a:r>
              <a:endParaRPr lang="ko-KR" altLang="en-US" sz="28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139BF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3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B57940-4320-45B1-31EC-57162F18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8" y="1226882"/>
            <a:ext cx="5508906" cy="534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11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CD3A1-304F-4062-1C18-BDC04C22C6F2}"/>
              </a:ext>
            </a:extLst>
          </p:cNvPr>
          <p:cNvSpPr txBox="1"/>
          <p:nvPr/>
        </p:nvSpPr>
        <p:spPr>
          <a:xfrm>
            <a:off x="329058" y="893073"/>
            <a:ext cx="6553005" cy="610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기타에선 특이한 설정이 존재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파워 레벨을 설정해주면 코드를 칠 때마다 불꽃이 튀는 설정이 가능</a:t>
            </a:r>
            <a:endParaRPr lang="en-US" altLang="ko-KR" sz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515D94-1AC6-38BD-D1AB-39D898F36187}"/>
              </a:ext>
            </a:extLst>
          </p:cNvPr>
          <p:cNvGrpSpPr/>
          <p:nvPr/>
        </p:nvGrpSpPr>
        <p:grpSpPr>
          <a:xfrm>
            <a:off x="329058" y="45630"/>
            <a:ext cx="2963375" cy="1015663"/>
            <a:chOff x="422255" y="263266"/>
            <a:chExt cx="2963375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0B3352-FE9F-9919-3943-4C7B88FF8498}"/>
                </a:ext>
              </a:extLst>
            </p:cNvPr>
            <p:cNvSpPr txBox="1"/>
            <p:nvPr/>
          </p:nvSpPr>
          <p:spPr>
            <a:xfrm>
              <a:off x="943295" y="475831"/>
              <a:ext cx="2442335" cy="52322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2800" b="1" spc="-50" err="1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Colab</a:t>
              </a:r>
              <a:r>
                <a:rPr lang="ko-KR" altLang="en-US" sz="2800" b="1" spc="-5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139BF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 환경설정</a:t>
              </a:r>
              <a:endParaRPr lang="ko-KR" altLang="en-US" sz="28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139BF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88856C-3C4F-C884-FBA2-B7E56DC71541}"/>
                </a:ext>
              </a:extLst>
            </p:cNvPr>
            <p:cNvSpPr txBox="1"/>
            <p:nvPr/>
          </p:nvSpPr>
          <p:spPr>
            <a:xfrm>
              <a:off x="422255" y="263266"/>
              <a:ext cx="552395" cy="1015663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0" b="1" spc="-50" dirty="0">
                  <a:ln>
                    <a:solidFill>
                      <a:schemeClr val="bg1">
                        <a:alpha val="1000"/>
                      </a:schemeClr>
                    </a:solidFill>
                  </a:ln>
                  <a:solidFill>
                    <a:srgbClr val="0F6A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함초롬바탕" panose="02030604000101010101" pitchFamily="18" charset="-127"/>
                </a:rPr>
                <a:t>3</a:t>
              </a:r>
              <a:endParaRPr lang="ko-KR" altLang="en-US" sz="6000" b="1" spc="-50" dirty="0">
                <a:ln>
                  <a:solidFill>
                    <a:schemeClr val="bg1">
                      <a:alpha val="1000"/>
                    </a:schemeClr>
                  </a:solidFill>
                </a:ln>
                <a:solidFill>
                  <a:srgbClr val="0F6A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8569C3-1F64-3730-9AC9-356E692AE1F2}"/>
              </a:ext>
            </a:extLst>
          </p:cNvPr>
          <p:cNvSpPr/>
          <p:nvPr/>
        </p:nvSpPr>
        <p:spPr>
          <a:xfrm>
            <a:off x="0" y="774145"/>
            <a:ext cx="9144000" cy="104160"/>
          </a:xfrm>
          <a:prstGeom prst="rect">
            <a:avLst/>
          </a:prstGeom>
          <a:solidFill>
            <a:srgbClr val="0F6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FB9BD87-8A7D-6FD1-CD05-74ACFF3CB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58" y="5745717"/>
            <a:ext cx="8466599" cy="676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431919-95D8-BA9E-C9C5-8899129DEC92}"/>
              </a:ext>
            </a:extLst>
          </p:cNvPr>
          <p:cNvSpPr txBox="1"/>
          <p:nvPr/>
        </p:nvSpPr>
        <p:spPr>
          <a:xfrm>
            <a:off x="329058" y="5280757"/>
            <a:ext cx="6553005" cy="333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50000"/>
              </a:lnSpc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코기 모드와 아기 고양이 모드를 설정하면 노트 상단에 재밌게 노는 모습을 볼 수 있음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075A75-865E-9DC6-D527-148591AFB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27" y="1518649"/>
            <a:ext cx="6525536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5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781</TotalTime>
  <Words>710</Words>
  <Application>Microsoft Office PowerPoint</Application>
  <PresentationFormat>화면 슬라이드 쇼(4:3)</PresentationFormat>
  <Paragraphs>113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나눔고딕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DX system</dc:creator>
  <cp:lastModifiedBy>DX system</cp:lastModifiedBy>
  <cp:revision>17</cp:revision>
  <dcterms:created xsi:type="dcterms:W3CDTF">2023-03-07T02:19:19Z</dcterms:created>
  <dcterms:modified xsi:type="dcterms:W3CDTF">2023-04-17T00:51:53Z</dcterms:modified>
</cp:coreProperties>
</file>